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E50"/>
                </a:solidFill>
              </a:rPr>
              <a:t>Proposal Tesis: Optimalisasi Portofolio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495E"/>
                </a:solidFill>
              </a:rPr>
              <a:t>Menggunakan Jaringan Saraf Tiruan dan Markowitz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8C8D"/>
                </a:solidFill>
              </a:rPr>
              <a:t>Oleh: [Nama Anda]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980B9"/>
                </a:solidFill>
              </a:rPr>
              <a:t>Latar Belakang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Tingginya volatilitas di pasar cryptocurrency memerlukan manajemen risiko.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Kebutuhan terhadap optimasi portofolio yang dinamis sesuai pergerakan pasar.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Potensi integrasi analisis jaringan dan Modern Portfolio Theory (Markowitz).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980B9"/>
                </a:solidFill>
              </a:rPr>
              <a:t>Metodologi Penelitian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Pengumpulan Data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(Yahoo Finance)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0" y="1828800"/>
            <a:ext cx="914400" cy="457200"/>
          </a:xfrm>
          <a:prstGeom prst="rightArrow">
            <a:avLst/>
          </a:prstGeom>
          <a:solidFill>
            <a:srgbClr val="3498DB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0" y="1371600"/>
            <a:ext cx="2743200" cy="1371600"/>
          </a:xfrm>
          <a:prstGeom prst="rect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Optimasi Portofolio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(Markowitz Model)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2026-03-14T02:22:29Z</dcterms:created>
  <dcterms:modified xsi:type="dcterms:W3CDTF">2026-03-14T02:22:29Z</dcterms:modified>
</cp:coreProperties>
</file>