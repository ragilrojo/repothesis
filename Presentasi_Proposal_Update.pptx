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  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Palsu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   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Tinjauan Portofolio &amp; Risiko: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   Portofolio: Kumpulan aset finansial yang dikelola bersama untuk mengoptimalkan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profil risiko-imbal hasil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melalui diversifikasi.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   Volatilitas: Alat statistik pemetaan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fluktuasi harga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yang menjadi basis penentuan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tingkat risiko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pasar.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   Matriks Kovarians: Alat matematis yang mengukur arah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pergerakan bersama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(korelasi) serta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tingkat fluktuasi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seluruh aset dalam portofolio.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Pendekatan Struktur Jaringan: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   Random Matrix Theory (</a:t>
            </a:r>
            <a:pPr indent="0" marL="0">
              <a:buNone/>
            </a:pPr>
            <a:r>
              <a:rPr lang="en-US" sz="13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): Metode fisika statistik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pemfilter noise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untuk merekonstruksi kestabilan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matriks korelasi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   Minimum Spanning Tree (MST): Konstruksi jaringan antar aset berdasarkan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jarak korelasi terpendek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(paling kuat); menyaring informasi redundan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tanpa siklus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(loop).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   Network Centrality: Metrik penghukuman pada aset pasar yang letaknya terpusat untuk menekan probabilitas 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</a:rPr>
              <a:t>risiko penularan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 letupan harga yang sistemik.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dan MST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e:/ProjectNodeJs/temp_doc_build/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1. EW (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Equally Weighted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):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Baseline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1/N.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2. CM (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Classical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):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Mean-Variance Optimization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murni.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3. GM (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Glasso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): Regularisasi L1 (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Graphical 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4. NW (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Network Markowitz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Statis: Dengan parameter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gamma statis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(0, 1.0, 2.0).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5. NW (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Grid Search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) Adaptif: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optimasi parameter dinamis.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5.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Mekanisme Optimasi Dinamis: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Rolling Window: Menggunakan jendela estimasi data historis selama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120 hari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Rebalancing Frequency: Dilakukan setiap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7 hari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sekali.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Transaction Cost: Biaya transaksi sebesar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0.1% (10 bps)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diperhitungkan dalam simulasi.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Grid Search: Parameter gamma diuji dalam rentang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[0.0 - 2.0]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iterasi 0.1.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333333"/>
                </a:solidFill>
              </a:rPr>
              <a:t>Split Validasi Internal (80/20):</a:t>
            </a:r>
            <a:endParaRPr lang="en-US" sz="1800" dirty="0"/>
          </a:p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Training (80% ≈ 96 hari): Untuk estimasi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bobot kandidat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gamma.</a:t>
            </a:r>
            <a:endParaRPr lang="en-US" sz="1800" dirty="0"/>
          </a:p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Validation (20% ≈ 24 hari): Untuk seleksi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gamma terbaik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performa optimal.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Penanganan Data/Gagal: Menggunakan strategi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fallback 'EW'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jika jendela data &lt; 120 hari.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Tujuan: Adaptasi terhadap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rezim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real-time.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MP-Distribution.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 (BTC &amp; ETH) dengan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dengan membersihkan noise (RMT)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(MST).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(GS)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2026-03-15T23:39:56Z</dcterms:created>
  <dcterms:modified xsi:type="dcterms:W3CDTF">2026-03-15T23:39:56Z</dcterms:modified>
</cp:coreProperties>
</file>