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" Target="slide61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33.xml"/><Relationship Id="rId3" Type="http://schemas.openxmlformats.org/officeDocument/2006/relationships/slide" Target="slide34.xml"/><Relationship Id="rId4" Type="http://schemas.openxmlformats.org/officeDocument/2006/relationships/slide" Target="slide36.xml"/><Relationship Id="rId5" Type="http://schemas.openxmlformats.org/officeDocument/2006/relationships/slide" Target="slide18.xml"/><Relationship Id="rId6" Type="http://schemas.openxmlformats.org/officeDocument/2006/relationships/slide" Target="slide25.xml"/><Relationship Id="rId7" Type="http://schemas.openxmlformats.org/officeDocument/2006/relationships/slide" Target="slide27.xml"/><Relationship Id="rId8" Type="http://schemas.openxmlformats.org/officeDocument/2006/relationships/slide" Target="slide28.xml"/><Relationship Id="rId9" Type="http://schemas.openxmlformats.org/officeDocument/2006/relationships/slide" Target="slide37.xml"/><Relationship Id="rId10" Type="http://schemas.openxmlformats.org/officeDocument/2006/relationships/slide" Target="slide49.xml"/><Relationship Id="rId11" Type="http://schemas.openxmlformats.org/officeDocument/2006/relationships/slide" Target="slide50.xml"/><Relationship Id="rId12" Type="http://schemas.openxmlformats.org/officeDocument/2006/relationships/slide" Target="slide57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2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003366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END (TERIMA KASIH)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2-Stage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6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2-Stage Grid Search (Coarse-to-Fine)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Menemukan kombinasi (Window, γ) paling presisi dengan efisiensi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Stage 1: Coarse Search (Pemindaian Makro)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Mencari kandidat di seluruh ruang parameter dengan langkah (step) lebar.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Window dipantau setiap kelipatan 5 hari, dan Gamma setiap 0.2 unit.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Menentukan 'zona potensial' terbaik secara cepat.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Stage 2: Fine Search (Zoom-in Mikro)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Melakukan pencarian mendalam hanya di sekitar koordinat terbaik Stage 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Jika koordinat terbaik Stage 1 adalah (W:40, γ:0.6), Stage 2 mencari di rentang presisi (W: 36-44) dan (γ: 0.55-0.65).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Mendapatkan titik absolut paling optimal.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Keunggulan Eksperimen: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Akurasi: Jauh lebih detail dibanding grid search tunggal konvensional.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Efisiensi: Mengurangi total percobaan komputasi hingga &gt;60% dibanding brute-force.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✔ Multi-Target: Parameter disesuaikan spesifik untuk target VAR, Sharpe, atau Rachev.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2026-04-11T20:46:26Z</dcterms:created>
  <dcterms:modified xsi:type="dcterms:W3CDTF">2026-04-11T20:46:26Z</dcterms:modified>
</cp:coreProperties>
</file>