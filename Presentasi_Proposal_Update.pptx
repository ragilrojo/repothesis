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32.xml"/><Relationship Id="rId12" Type="http://schemas.openxmlformats.org/officeDocument/2006/relationships/slide" Target="slide34.xml"/><Relationship Id="rId13" Type="http://schemas.openxmlformats.org/officeDocument/2006/relationships/slide" Target="slide17.xml"/><Relationship Id="rId14" Type="http://schemas.openxmlformats.org/officeDocument/2006/relationships/slide" Target="slide40.xml"/><Relationship Id="rId15" Type="http://schemas.openxmlformats.org/officeDocument/2006/relationships/slide" Target="slide45.xml"/><Relationship Id="rId16" Type="http://schemas.openxmlformats.org/officeDocument/2006/relationships/slide" Target="slide36.xml"/><Relationship Id="rId17" Type="http://schemas.openxmlformats.org/officeDocument/2006/relationships/slide" Target="slide47.xml"/><Relationship Id="rId18" Type="http://schemas.openxmlformats.org/officeDocument/2006/relationships/slide" Target="slide48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2026-04-09T10:35:37Z</dcterms:created>
  <dcterms:modified xsi:type="dcterms:W3CDTF">2026-04-09T10:35:37Z</dcterms:modified>
</cp:coreProperties>
</file>