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1.xml"/><Relationship Id="rId3" Type="http://schemas.openxmlformats.org/officeDocument/2006/relationships/slide" Target="slide32.xml"/><Relationship Id="rId4" Type="http://schemas.openxmlformats.org/officeDocument/2006/relationships/slide" Target="slide34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2026-04-09T21:35:03Z</dcterms:created>
  <dcterms:modified xsi:type="dcterms:W3CDTF">2026-04-09T21:35:03Z</dcterms:modified>
</cp:coreProperties>
</file>