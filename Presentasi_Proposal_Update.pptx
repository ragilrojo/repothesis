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notesMasterIdLst>
    <p:notesMasterId r:id="rId5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10.xml"/><Relationship Id="rId5" Type="http://schemas.openxmlformats.org/officeDocument/2006/relationships/slide" Target="slide11.xml"/><Relationship Id="rId6" Type="http://schemas.openxmlformats.org/officeDocument/2006/relationships/slide" Target="slide12.xml"/><Relationship Id="rId7" Type="http://schemas.openxmlformats.org/officeDocument/2006/relationships/slide" Target="slide14.xml"/><Relationship Id="rId8" Type="http://schemas.openxmlformats.org/officeDocument/2006/relationships/slide" Target="slide15.xml"/><Relationship Id="rId9" Type="http://schemas.openxmlformats.org/officeDocument/2006/relationships/slide" Target="slide30.xml"/><Relationship Id="rId10" Type="http://schemas.openxmlformats.org/officeDocument/2006/relationships/slide" Target="slide31.xml"/><Relationship Id="rId11" Type="http://schemas.openxmlformats.org/officeDocument/2006/relationships/slide" Target="slide32.xml"/><Relationship Id="rId12" Type="http://schemas.openxmlformats.org/officeDocument/2006/relationships/slide" Target="slide34.xml"/><Relationship Id="rId13" Type="http://schemas.openxmlformats.org/officeDocument/2006/relationships/slide" Target="slide17.xml"/><Relationship Id="rId14" Type="http://schemas.openxmlformats.org/officeDocument/2006/relationships/slide" Target="slide40.xml"/><Relationship Id="rId15" Type="http://schemas.openxmlformats.org/officeDocument/2006/relationships/slide" Target="slide45.xml"/><Relationship Id="rId16" Type="http://schemas.openxmlformats.org/officeDocument/2006/relationships/slide" Target="slide36.xml"/><Relationship Id="rId17" Type="http://schemas.openxmlformats.org/officeDocument/2006/relationships/slide" Target="slide16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7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(Detailed Outline)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(Adaptif)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Matriks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IV. LAMPIRAN TEKNIS (APPENDIX)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V. PENUTUP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Sesi Tanya Jawab (Q&amp;A)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Rolling Window Grid Search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Memilih 'Hukuman' (Gamma) terbaik secara otomatis untuk kondisi pasar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Siapkan Kandidat (The Grid):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Komputer mencoba 3 nilai: γ=0.0 (Tanpa Penalti), γ=0.5 (Sedang), γ=1.0 (Keras).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Masa Lalu (Lookback Window):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Maju ke belakang 30 hari, lalu hitung performa jika kita memakai nilai tersebut: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γ=0.0 → Sharpe Ratio: 0.85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Jika pakai γ=0.5 → Sharpe Ratio: 1.10 (TERBAIK)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γ=1.0 → Sharpe Ratio: 0.95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Penentuan Pemenang (The Best Gamma):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Karena γ=0.5 menghasilkan efisiensi terbaik di 30 hari terakhir, ia terpilih sebagai pemenang.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Penerapan (Actual Trade):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Gunakan γ=0.5 untuk menghitung bobot portofolio asli di minggu depan.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Adaptif: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Minggu depan, proses ini diulang kembali. Jika pasar berubah kacau, mungkin γ=1.0 yang akan menang. Inilah cara model menyesuaikan diri tanpa campur tangan manusia.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2026-04-09T10:22:38Z</dcterms:created>
  <dcterms:modified xsi:type="dcterms:W3CDTF">2026-04-09T10:22:38Z</dcterms:modified>
</cp:coreProperties>
</file>