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17.xml"/><Relationship Id="rId10" Type="http://schemas.openxmlformats.org/officeDocument/2006/relationships/slide" Target="slide24.xml"/><Relationship Id="rId11" Type="http://schemas.openxmlformats.org/officeDocument/2006/relationships/slide" Target="slide26.xml"/><Relationship Id="rId12" Type="http://schemas.openxmlformats.org/officeDocument/2006/relationships/slide" Target="slide36.xml"/><Relationship Id="rId13" Type="http://schemas.openxmlformats.org/officeDocument/2006/relationships/slide" Target="slide47.xml"/><Relationship Id="rId14" Type="http://schemas.openxmlformats.org/officeDocument/2006/relationships/slide" Target="slide48.xml"/><Relationship Id="rId15" Type="http://schemas.openxmlformats.org/officeDocument/2006/relationships/slide" Target="slide2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</p:txBody>
      </p:sp>
      <p:sp>
        <p:nvSpPr>
          <p:cNvPr id="4" name="Text 2">
            <a:hlinkClick r:id="rId15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2026-04-09T21:26:10Z</dcterms:created>
  <dcterms:modified xsi:type="dcterms:W3CDTF">2026-04-09T21:26:10Z</dcterms:modified>
</cp:coreProperties>
</file>