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29.xml"/><Relationship Id="rId10" Type="http://schemas.openxmlformats.org/officeDocument/2006/relationships/slide" Target="slide30.xml"/><Relationship Id="rId11" Type="http://schemas.openxmlformats.org/officeDocument/2006/relationships/slide" Target="slide31.xml"/><Relationship Id="rId12" Type="http://schemas.openxmlformats.org/officeDocument/2006/relationships/slide" Target="slide33.xml"/><Relationship Id="rId13" Type="http://schemas.openxmlformats.org/officeDocument/2006/relationships/slide" Target="slide54.xml"/><Relationship Id="rId14" Type="http://schemas.openxmlformats.org/officeDocument/2006/relationships/slide" Target="slide55.xml"/><Relationship Id="rId15" Type="http://schemas.openxmlformats.org/officeDocument/2006/relationships/slide" Target="slide16.xml"/><Relationship Id="rId16" Type="http://schemas.openxmlformats.org/officeDocument/2006/relationships/slide" Target="slide23.xml"/><Relationship Id="rId17" Type="http://schemas.openxmlformats.org/officeDocument/2006/relationships/slide" Target="slide25.xml"/><Relationship Id="rId18" Type="http://schemas.openxmlformats.org/officeDocument/2006/relationships/slide" Target="slide35.xml"/><Relationship Id="rId19" Type="http://schemas.openxmlformats.org/officeDocument/2006/relationships/slide" Target="slide46.xml"/><Relationship Id="rId20" Type="http://schemas.openxmlformats.org/officeDocument/2006/relationships/slide" Target="slide47.xm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2026-04-09T21:07:33Z</dcterms:created>
  <dcterms:modified xsi:type="dcterms:W3CDTF">2026-04-09T21:07:33Z</dcterms:modified>
</cp:coreProperties>
</file>