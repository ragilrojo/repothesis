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9.xml"/><Relationship Id="rId3" Type="http://schemas.openxmlformats.org/officeDocument/2006/relationships/slide" Target="slide15.xml"/><Relationship Id="rId4" Type="http://schemas.openxmlformats.org/officeDocument/2006/relationships/slide" Target="slide17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Pendahuluan &amp; Latar Belakang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7F8C8D"/>
                </a:solidFill>
              </a:rPr>
              <a:t>   • Motivasi, Noise, &amp; Landasan Teori</a:t>
            </a:r>
            <a:endParaRPr lang="en-US" sz="2200" dirty="0"/>
          </a:p>
          <a:p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Strategi Portofolio yang Disimulasikan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7F8C8D"/>
                </a:solidFill>
              </a:rPr>
              <a:t>   • EW, CM, GM, &amp; Network Markowitz</a:t>
            </a:r>
            <a:endParaRPr lang="en-US" sz="2200" dirty="0"/>
          </a:p>
          <a:p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Metodologi &amp; Evaluasi Performa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7F8C8D"/>
                </a:solidFill>
              </a:rPr>
              <a:t>   • Sharpe, VaR, &amp; Rachev Ratio</a:t>
            </a:r>
            <a:endParaRPr lang="en-US" sz="2200" dirty="0"/>
          </a:p>
          <a:p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Lampiran Teknis &amp; Simulasi (Appendix)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7F8C8D"/>
                </a:solidFill>
              </a:rPr>
              <a:t>   • Detail RMT, MST, &amp; Penalty Centrality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2026-04-09T09:06:53Z</dcterms:created>
  <dcterms:modified xsi:type="dcterms:W3CDTF">2026-04-09T09:06:53Z</dcterms:modified>
</cp:coreProperties>
</file>