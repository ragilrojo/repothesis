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3.xm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Optimasi Bayesian Simultan: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cerdas pasangan (W, γ) secara bersamaan (bukan brute-force).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1: Window (W) [20 - 120 hari].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2: Gamma (γ) [0.0 - 2.0].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Jauh lebih cepat &amp; efisien dibanding Grid Search tradisional.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Efisiensi &amp; Interaksi Parameter: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Akurasi: Menemukan 'sweet spot' hubungan antara panjang window vs tingkat penalti.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Fleksibilitas: Menangani data campuran (Integer Window &amp; Float Gamma).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Kecepatan: Menghemat waktu komputasi hingga &gt;70%.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Tujuan: Adaptasi presisi terhadap rezim pasar kripto yang volatil.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2026-04-09T22:25:49Z</dcterms:created>
  <dcterms:modified xsi:type="dcterms:W3CDTF">2026-04-09T22:25:49Z</dcterms:modified>
</cp:coreProperties>
</file>