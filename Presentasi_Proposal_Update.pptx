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</p:sldIdLst>
  <p:notesMasterIdLst>
    <p:notesMasterId r:id="rId5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Network Markowitz (NW)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Mengurangi risiko sistemik dengan menghukum koin 'pusat' (hub).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Jaringan (MST):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Bayangkan 3 Koin: BTC, ETH, dan ADA.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terhubung ke ETH dan ADA (BTC adalah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Hub utama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Centrality (EC): BTC=0.8, ETH=0.4, ADA=0.4.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Perbandingan Alokasi: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Classical Markowitz: Melirik BTC karena paling stabil, bobot bisa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70%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Network Markowitz (γ=1.0): Mendeteksi BTC sebagai titik bahaya penularan. Bobot BTC dipangkas menjadi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45%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Mekanisme 'Hukuman' (Penalty):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Risiko Baru = Risiko Harga + (γ × Centrality)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Hasil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Modal dialihkan ke ETH/ADA yang lebih 'pinggiran' (peripheral). Portofolio tidak hancur total jika 'Hub' (BTC) mengalami crash ekstrem.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Kalkulasi Penentuan Bobot NW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'Penalti' mengubah angka bobot secara konkret?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Aset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(Hub): Volatilitas = 20%, Centrality (EC) = 0.8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(Peripheral): Volatilitas = 30%, Centrality (EC) = 0.2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Parameter Gamma (γ)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Perhitungan Risiko Penyesuaian (Adjusted Risk):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A = 0.20 + (0.5 × 0.8)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0.60 (Meningkat)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Risiko B = 0.30 + (0.5 × 0.2)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0.40 (Relatif Stabil)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Pergeseran Bobot (Weight Shift):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(Kuno):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 → 40% (NW)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B (Kuno):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 → 60% (NW)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Inti Logika NW: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Aset A dihukum bukan karena harganya tidak stabil, tapi karena ia adalah 'pusat kemacetan' risiko. Model secara matematis memindahkan modal ke Aset B untuk proteksi sistemik.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&amp; Penjabaran Bobot (60% vs 40%)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Menggunakan Metode Alokasi Volatilitas Terbalik (Inverse Volatility):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003366"/>
                </a:solidFill>
              </a:rPr>
              <a:t>Rumus: Bobot (w) = (1 / Risiko) / Total (1 / Risiko)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1. Perhitungan Skenario Klasik (Tanpa Penalti):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0.20) → 1 / 0.20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5.00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0.30) → 1 /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3.33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5.00 / (5.00 + 3.33) = 5.00 / 8.33 ≈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60%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C3E50"/>
                </a:solidFill>
              </a:rPr>
              <a:t>2. Perhitungan Skenario Network (Gamma 0.5):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(Risiko 0.60) → 1 / 0.60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1.67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Turun)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(Risiko 0.40) → 1 / 0.40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2.50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(Daya Tarik Naik)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Bobot A = 1.67 / (1.67 + 2.50) = 1.67 / 4.17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40%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Matematis: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Model ini secara adil memberikan porsi lebih besar pada aset yang memiliki skor gabungan 'Risiko + Penalti' yang paling kecil.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NW vs CM - Hubungan dengan Korelasi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 Penting: Apakah NW mengesampingkan korelasi?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Jawaban: TIDAK. NW justru menggunakan korelasi secara lebih cerdas.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Perbandingan Alur Kerja: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Classical Markowitz (CM):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Korelasi Mentah → Matriks Kovarians → Bobot Portofolio.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❑ Network Markowitz (NW):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Korelasi Mentah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Saring Noise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(Membersihkan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Korelasi Bersih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Bangun MST (Network)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(Melihat peta hubungan antar koin).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Struktur Network → </a:t>
            </a:r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Penalty Centrality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(Menimbang risiko penularan).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Gabungan → Optimasi Markowitz Akhir.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Kesimpulan: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NW tidak membuang korelasi; ia 'mengolah' korelasi menjadi peta jaringan untuk mendeteksi risiko sistemik yang tidak terlihat oleh CM biasa.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Detail Filter RMT (Pembersihan Noise)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Analogi: Menghilangkan suara 'kresek' radio agar lagu terdengar jernih.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Skenario Korelasi Mentah (Dirty Matrix):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ETH   : 0.75 (Ikatan Fundamental)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vs DOGE  : 0.12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vs PEPE  : 0.08 (Kebetulan Spekulatif/Noise)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Uji Batas RMT (Marchenko-Pastur Distribution):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Rumus RMT menghitung 'Ambang Batas Keacakan' (Threshold).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Misalkan hasil hitung batas noise (λ_max) =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0.15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Proses Pembersihan (Filtering):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0.75 &gt; 0.15  →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DIJAGA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Sinyal Pasar).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0.12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0.08 &lt; 0.15  →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DIBUANG (JADI 0)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(Ini adalah 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 Akhir: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Dengan RMT, model hanya akan membangun portofolio berdasarkan 'Gema Fundamental' aset, bukan berdasarkan 'Kebetulan Statistik' yang sering menjebak investor di pasar kripto.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Cara Menghitung Batas Noise (λ_max)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Batas ini ditentukan menggunakan Distribusi Marchenko-Pastur: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Rumus: λ_max = σ² × (1 + √(1/Q))²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Komponen Rasio Q: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• Q = T / 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 = Jumlah hari (Observasi)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N = Jumlah koin (Aset)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Contoh Simulasi: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Kita punya data 10 koin (N=10) selama 1000 hari (T=1000).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1. Hitung Q: 1000 / 10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2. Hitung Akar: √(1/100)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3. Hitung λ_max: (1 + 0.1)² = 1.1²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1.21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Penerapan: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Setiap Nilai Eigen dari matriks korelasi yang nilainya di bawah 1.21 akan dianggap sebagai noise dan dibersihkan dari model.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Membangun MST (Network Mapping)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korelasi berubah menjadi peta jaringan?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Konversi Korelasi ke Jarak (Metric Distance):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Semakin tinggi korelasi → Semakin dekat jaraknya (riferensi: Mantegna, 1999).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ETH (Korelasi 0.90)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0.45 (Sangat 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BTC - LTC (Korelasi 0.85) → Jarak: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0.55 (Dekat)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ETH - XRP (Korelasi 0.40) → Jarak: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1.10 (Jauh)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Menghubungkan Titik (Kruskal's Algorithm):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1: Hubungkan BTC &amp; ETH (Jalur Terkuat).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2: Hubungkan BTC &amp; LTC (Jalur Kedua).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Langkah 3: Hubungkan ETH &amp; XRP (Jalur Ketiga).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Ciri Khas MST: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Hanya menyisakan (N-1) koneksi terkuat dan dilarang membentuk loop. Di sini terlihat BTC menjadi 'Hub' karena ia yang menghubungkan banyak koin.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Rumus Konversi Korelasi ke Jarak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Untuk membangun jaringan, korelasi harus diubah menjadi skor jarak (Metric Space).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(Mantegna, 1999): d_ij = √(2(1 - ρ_ij))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Simulasi Tabel Jarak: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1.00 (Identik) → d = √(2(1-1))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0.50 (Kuat) → d = √(2(1-0.5)) = √(1) = </a:t>
            </a:r>
            <a:pPr indent="0" marL="0">
              <a:buNone/>
            </a:pPr>
            <a:r>
              <a:rPr lang="en-US" sz="1800" b="1" dirty="0">
                <a:solidFill>
                  <a:srgbClr val="2C3E50"/>
                </a:solidFill>
              </a:rPr>
              <a:t>1.00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0.00 (Acak) → d = √(2(1-0)) = √(2) ≈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1.41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Korelasi -1.00 (Berlawanan) → d = √(2(1-(-1))) = √(4) =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2.00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Logika Utama: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1. Hubungan searah → Jarak Pendek (Aset sering bergerak bersama).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2. Hubungan berlawanan → Jarak Jauh (Aset saling menjauh).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MST hanya mengambil jalur-jalur dengan Jarak (d) paling kecil agar efisien.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Apakah Jaringan Selalu Berbentuk Star?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Jawaban: TIDAK. Topologi jaringan bersifat dinamis mengikuti rezim pasar.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Tipe Star (Sentralistik):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panik atau crash.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Semua aset mengekor pada satu koin dominan (Hub).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sangat berat pada koin pusat tersebut.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Tipe Terdistribusi (Cluster):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Muncul saat pasar tenang atau aset memiliki 'narasi' berbeda.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Hubungan terbagi ke beberapa kelompok (misal: DeFi Group, Stablecoin Group).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Penalti NW akan lebih menyebar dan diversifikasi lebih alami.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Dinamika dalam NW: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Kekuatan Network Markowitz adalah kemampuannya mendeteksi transisi bentuk ini secara real-time melalui data historis.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Berapa Banyak Perhitungan Korelasi?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Untuk membangun satu matriks utuh, setiap aset harus dipasangkan satu sama lain.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Rumus Kombinasi: C(N,2) = (N × (N - 1)) / 2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Simulasi untuk 10 Aset (N=10):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Jumlah Pasangan Unik = (10 × 9) / 2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45 Perhitungan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Detail Penjabaran: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ke-1 (BTC) berpasangan dengan 9 koin lainnya.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ke-2 (ETH) berpasangan dengan 8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Koin ke-3 (XRP) berpasangan dengan 7 koin sisa.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... Seterusnya.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Total: 9 + 8 + 7 + 6 + 5 + 4 + 3 + 2 + 1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45</a:t>
            </a:r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Fakta Matriks 10x10: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Meskipun ada 100 kotak di matriks, komputer hanya perlu menghitung 45 angka unik karena korelasi bersifat cermin (A-B sama dengan B-A) dan tengahnya selalu 1 (A-A).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Alur Transformasi Matriks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Proses ini memastikan data statistik mentah bisa divisualisasikan menjadi peta risiko.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1: Matriks Korelasi (Pearson)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Berisi angka -1 s/d 1. Menunjukkan 'Kemiripan' gerak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2: Matriks Jarak (Metric Distance)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Angka korelasi diubah menjadi angka 0 s/d 2 (Jarak). Semakin mirip aset, semakin 'nempel' (jarak mendekati 0).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Langkah 3: Bangun Jaringan (MST Algorithm)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Komputer membaca Matriks Jarak sebagai peta jalan tol, lalu memilih rute terpendek untuk menghubungkan seluruh aset.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Hasil Akhir: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Jaringan (Network) yang siap digunakan untuk menghitung skor penalti penularan risiko sistemik.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49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2026-04-09T07:57:33Z</dcterms:created>
  <dcterms:modified xsi:type="dcterms:W3CDTF">2026-04-09T07:57:33Z</dcterms:modified>
</cp:coreProperties>
</file>