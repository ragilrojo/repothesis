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Tinjauan Portofolio &amp; Risiko: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1350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: Kumpulan aset finansial yang dikelola bersama untuk mengoptimalkan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profil risiko-imbal hasil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melalui diversifikasi.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1350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: Alat statistik pemetaan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fluktuasi harga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yang menjadi basis penentuan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tingkat risiko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pasar.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1350" u="sng" dirty="0">
                <a:solidFill>
                  <a:srgbClr val="333333"/>
                </a:solidFill>
              </a:rPr>
              <a:t>Matriks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Kovarians: Alat matematis yang mengukur arah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pergerakan bersama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(korelasi) serta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tingkat fluktuasi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seluruh aset dalam portofolio.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Pendekatan Struktur Jaringan: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1350" u="sng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(</a:t>
            </a:r>
            <a:pPr indent="0" marL="0">
              <a:buNone/>
            </a:pPr>
            <a:r>
              <a:rPr lang="en-US" sz="135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): Metode fisika statistik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pemfilter noise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untuk merekonstruksi kestabilan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matriks korelasi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1350" u="sng" dirty="0">
                <a:solidFill>
                  <a:srgbClr val="333333"/>
                </a:solidFill>
              </a:rPr>
              <a:t>Minimum Spanning Tree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(MST): Konstruksi jaringan antar aset berdasarkan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jarak korelasi terpendek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(paling kuat); menyaring informasi redundan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tanpa siklus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(loop).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1350" u="sng" dirty="0">
                <a:solidFill>
                  <a:srgbClr val="333333"/>
                </a:solidFill>
              </a:rPr>
              <a:t>Network Centrality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: Metrik penghukuman pada aset pasar yang letaknya terpusat untuk menekan probabilitas </a:t>
            </a:r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</a:rPr>
              <a:t>risiko penularan</a:t>
            </a:r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</a:rPr>
              <a:t> letupan harga yang sistemik.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dan MST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e:/ProjectNodeJs/temp_doc_build/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Kelompok Baseline: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EW (Equally Weighted): 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Portofolio naif 1/N sebagai pembanding dasar.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CM (Classical Markowitz): 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Optimasi Mean-Variance tradisional tanpa filter noise.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Kelompok Regularisasi: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GM (Glasso Markowitz): 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Menggunakan Graphical Lasso (L1) pada matriks kovarians.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3. Kelompok Network (Statis):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NW Statis: 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Parameter penalti gamma (γ) tetap: 0, 1.0, dan 2.0.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4. Kelompok Network (Adaptif):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NW Adaptif (Grid Search): 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Optimasi penalti dinamis dengan Jendela Rolling (30, 60, 90, 120 hari).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Mekanisme Optimasi Dinamis: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❑ Rolling Window: Menggunakan 4 variasi jendela estimasi: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30, 60, 90, dan 120 hari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❑ Rebalancing Frequency: Dilakukan setiap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7 hari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sekali.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❑ Transaction Cost: Biaya transaksi sebesar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0.1% (10 bps)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diperhitungkan dalam simulasi.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❑ Grid Search: Parameter gamma diuji dalam rentang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[0.0 - 2.0]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dengan iterasi 0.1.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Split Validasi Internal (80/20):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❑ Training (80%): Untuk estimasi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bobot kandidat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gamma.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❑ Validation (20%): Untuk seleksi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gamma terbaik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dengan performa optimal.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❑ Penanganan Data/Gagal: Menggunakan strategi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fallback 'EW'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jika jendela data tidak mencukupi sesuai variasi.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❑ Tujuan: Adaptasi terhadap perubahan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rezim pasar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secara real-time.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MP-Distribution.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 (BTC &amp; ETH) dengan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dengan membersihkan noise (RMT)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(MST).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(GS)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2026-03-17T06:41:46Z</dcterms:created>
  <dcterms:modified xsi:type="dcterms:W3CDTF">2026-03-17T06:41:46Z</dcterms:modified>
</cp:coreProperties>
</file>