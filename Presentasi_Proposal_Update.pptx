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1.xml"/><Relationship Id="rId5" Type="http://schemas.openxmlformats.org/officeDocument/2006/relationships/slide" Target="slide12.xml"/><Relationship Id="rId6" Type="http://schemas.openxmlformats.org/officeDocument/2006/relationships/slide" Target="slide13.xml"/><Relationship Id="rId7" Type="http://schemas.openxmlformats.org/officeDocument/2006/relationships/slide" Target="slide15.xml"/><Relationship Id="rId8" Type="http://schemas.openxmlformats.org/officeDocument/2006/relationships/slide" Target="slide16.xml"/><Relationship Id="rId9" Type="http://schemas.openxmlformats.org/officeDocument/2006/relationships/slide" Target="slide3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31.xml"/><Relationship Id="rId3" Type="http://schemas.openxmlformats.org/officeDocument/2006/relationships/slide" Target="slide32.xml"/><Relationship Id="rId4" Type="http://schemas.openxmlformats.org/officeDocument/2006/relationships/slide" Target="slide34.xml"/><Relationship Id="rId5" Type="http://schemas.openxmlformats.org/officeDocument/2006/relationships/slide" Target="slide55.xml"/><Relationship Id="rId6" Type="http://schemas.openxmlformats.org/officeDocument/2006/relationships/slide" Target="slide56.xml"/><Relationship Id="rId7" Type="http://schemas.openxmlformats.org/officeDocument/2006/relationships/slide" Target="slide57.xml"/><Relationship Id="rId8" Type="http://schemas.openxmlformats.org/officeDocument/2006/relationships/slide" Target="slide17.xml"/><Relationship Id="rId9" Type="http://schemas.openxmlformats.org/officeDocument/2006/relationships/slide" Target="slide24.xml"/><Relationship Id="rId10" Type="http://schemas.openxmlformats.org/officeDocument/2006/relationships/slide" Target="slide26.xml"/><Relationship Id="rId11" Type="http://schemas.openxmlformats.org/officeDocument/2006/relationships/slide" Target="slide36.xml"/><Relationship Id="rId12" Type="http://schemas.openxmlformats.org/officeDocument/2006/relationships/slide" Target="slide47.xml"/><Relationship Id="rId13" Type="http://schemas.openxmlformats.org/officeDocument/2006/relationships/slide" Target="slide48.xml"/><Relationship Id="rId14" Type="http://schemas.openxmlformats.org/officeDocument/2006/relationships/slide" Target="slide2.xml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TEKNIS (APPENDIX)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endParaRPr lang="en-US" sz="1600" dirty="0"/>
          </a:p>
        </p:txBody>
      </p:sp>
      <p:sp>
        <p:nvSpPr>
          <p:cNvPr id="4" name="Text 2">
            <a:hlinkClick r:id="rId14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akumulatif. Digunakan untuk membandingkan pertumbuhan modal strategi vs benchmark CRIX.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Potensi kerugian maksimal (batas bawah) pada tingkat kepercayaan 95%. Membuktikan resiliensi model saat kondisi pasar crash.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Imbal hasil per unit risiko (volatilitas). Semakin tinggi, semakin baik kualitas efisiensi portofolio dalam menghasilkan profit.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Rasio potensi keuntungan ekstrem vs kerugian ekstrem. Sangat krusial karena data kripto memiliki 'Fat Tails' (distribusi tidak normal).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2026-04-09T21:18:51Z</dcterms:created>
  <dcterms:modified xsi:type="dcterms:W3CDTF">2026-04-09T21:18:51Z</dcterms:modified>
</cp:coreProperties>
</file>