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EW (Equally Weighted)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CM (Classical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GM (Glasso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Statis (γ fixed)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2026-04-09T08:08:10Z</dcterms:created>
  <dcterms:modified xsi:type="dcterms:W3CDTF">2026-04-09T08:08:10Z</dcterms:modified>
</cp:coreProperties>
</file>