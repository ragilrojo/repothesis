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5.xml"/><Relationship Id="rId11" Type="http://schemas.openxmlformats.org/officeDocument/2006/relationships/slide" Target="slide16.xml"/><Relationship Id="rId12" Type="http://schemas.openxmlformats.org/officeDocument/2006/relationships/slide" Target="slide3.xm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2026-04-09T22:23:31Z</dcterms:created>
  <dcterms:modified xsi:type="dcterms:W3CDTF">2026-04-09T22:23:31Z</dcterms:modified>
</cp:coreProperties>
</file>